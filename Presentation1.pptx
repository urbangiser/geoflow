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765D-B994-F3A6-D70A-6F988F235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4C95B-FBE6-A952-0160-6B09266E8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1340C-879D-A17D-9249-524F65A83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2438C-4C68-721B-3DEB-8EF7092B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9C476-AD40-AA56-EFF8-E19C90E2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67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1FE7-6B1D-FA6C-A16C-34C0E199E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47216-089A-9E16-FB61-D1BEEFD5D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38822-FA06-D8A7-5CE5-5068739B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B218D-687A-5C67-8034-4A4EE5A8D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C27C0-1B26-A0CE-9FEF-A649BBDD3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6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CF86A-D6DB-9BFB-6E8E-C0F7A7C28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1FC1B-C7AE-1655-12CF-B80E590B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A820-CB31-C085-5051-EB85E4A1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DAEA8-8568-C4E1-FA04-393E39341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A66AA-43B5-1FCE-9B1E-970D9D5B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5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1225-A48E-E231-2B78-FD4DDF8C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EDC2B-7297-A11D-5DAA-5985C6B5A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0FF32-95DE-9DCF-4EDD-F5E8C1D05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3FCC3-CFBE-1FD1-4C45-4FC26008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0BB3E-8A0B-7B0D-4E7D-5CF149767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603F4-7487-9797-B526-069B6FFC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5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C21F-5B58-4ED2-3119-7EF90058C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97BF8-2EE8-98F8-E40B-BB8E6ABFA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AD2D8-3234-C534-EEC6-35AB8FFA0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C2EEE-B6B8-0F92-175D-73BA35A95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0E8FB-B44F-F3E8-5215-08C28BB71E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92E385-0313-83FE-C865-AD085191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081CB-364E-87DD-34A8-2EE1B1B0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CC6C8C-4420-8056-AE9E-E6709A1A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5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7197-F661-8ED9-6BEB-9242C2F6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1C7E7-0163-80C3-DB98-7C6ABB62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E1309-2F35-38FC-DD73-A8566AC72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4081A-F5FF-8395-3497-F537FD72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6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A46569-E2DB-4444-E32D-C42E4FE59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F2F0B0-E34A-768D-1A8E-C925245C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15190-77DF-75DC-7DBA-E5B43B71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3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C0E1-CC30-9DA1-AF9D-B93CF12E2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C57B-DAB7-718E-AC88-D35AEA718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300B5-4B35-D83B-152A-182921547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BDA55-C9F8-7634-5951-97C6B924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02092-E051-5B36-A69F-4C31D03D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115F9-DD5E-0CE5-B6B5-AC498DCED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64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5433-0643-2781-0EDD-052002E04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1DE89-71CE-B503-DF14-D5AB54527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4F673-46EE-33DC-FC44-238732C98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8FCA7-0D80-6A1D-D504-02539C87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56ABE-64C0-40B6-B50B-ADA180EE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95B3D-6A1E-2791-3193-F304DF41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6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60A5-0268-96E9-9211-7DFDB47D0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5BBF2-7CEB-7439-346B-F7D1B21CC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A4401-0BD3-1E80-A50E-AE356A5A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558B0-138F-5561-83B0-93053AF8F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FAF49-38FB-DFD6-C07A-58DEC124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1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617AEA-F7B1-6937-F75F-54B84A9AA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0C5D1-8F29-21C7-AECD-F19A1E3D7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335CD-C681-ABD8-8635-F1DB5608B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23454-31FF-36D8-1363-E46F298C6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C16D3-6782-E9D9-95E8-9256D507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83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D62E0F-CB33-AADB-5F18-0D629068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66D0-A8E2-4990-CDA2-029D339D4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3290E-34EB-4463-BD9B-55EA00585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96900-E331-4EA9-9547-3BCB512BD59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F61F6-F9D4-F139-2893-A582607BDA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F0594-C188-D68C-970E-2C481A595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89367-A288-48FA-B980-549BB9C767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3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9821B6-C250-4E72-2985-DAF373EF97DF}"/>
              </a:ext>
            </a:extLst>
          </p:cNvPr>
          <p:cNvSpPr/>
          <p:nvPr/>
        </p:nvSpPr>
        <p:spPr>
          <a:xfrm>
            <a:off x="2569730" y="2219614"/>
            <a:ext cx="443345" cy="4525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FC696-79B4-C419-D98E-B99AA702A9DA}"/>
              </a:ext>
            </a:extLst>
          </p:cNvPr>
          <p:cNvSpPr/>
          <p:nvPr/>
        </p:nvSpPr>
        <p:spPr>
          <a:xfrm>
            <a:off x="4068330" y="2219614"/>
            <a:ext cx="443345" cy="45258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21E9C-E249-699C-8DC9-C2CE96AC00BB}"/>
              </a:ext>
            </a:extLst>
          </p:cNvPr>
          <p:cNvSpPr txBox="1"/>
          <p:nvPr/>
        </p:nvSpPr>
        <p:spPr>
          <a:xfrm>
            <a:off x="2301875" y="2773795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csv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92BB326-92E8-6ACC-0941-264E0C80DE4E}"/>
              </a:ext>
            </a:extLst>
          </p:cNvPr>
          <p:cNvSpPr/>
          <p:nvPr/>
        </p:nvSpPr>
        <p:spPr>
          <a:xfrm rot="5400000">
            <a:off x="3005362" y="2350817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35C93-C428-0AD6-1B8B-B77A932579EC}"/>
              </a:ext>
            </a:extLst>
          </p:cNvPr>
          <p:cNvSpPr txBox="1"/>
          <p:nvPr/>
        </p:nvSpPr>
        <p:spPr>
          <a:xfrm>
            <a:off x="3778250" y="275417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Column filer</a:t>
            </a:r>
            <a:endParaRPr lang="en-US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BF77B885-1A9A-CE0C-D0E4-38311B67C84E}"/>
              </a:ext>
            </a:extLst>
          </p:cNvPr>
          <p:cNvSpPr/>
          <p:nvPr/>
        </p:nvSpPr>
        <p:spPr>
          <a:xfrm rot="5400000">
            <a:off x="4498561" y="2350818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42416E0-EEC8-D5B0-CFBC-C9AC67AE37F9}"/>
              </a:ext>
            </a:extLst>
          </p:cNvPr>
          <p:cNvSpPr/>
          <p:nvPr/>
        </p:nvSpPr>
        <p:spPr>
          <a:xfrm rot="16200000">
            <a:off x="3891270" y="2363932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9F43BC-4C9F-FFB9-10BE-2A168C44501F}"/>
              </a:ext>
            </a:extLst>
          </p:cNvPr>
          <p:cNvSpPr txBox="1"/>
          <p:nvPr/>
        </p:nvSpPr>
        <p:spPr>
          <a:xfrm>
            <a:off x="3184525" y="583045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Pandas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76BFE4-0B50-1869-399F-6D0987AF0D3F}"/>
              </a:ext>
            </a:extLst>
          </p:cNvPr>
          <p:cNvSpPr/>
          <p:nvPr/>
        </p:nvSpPr>
        <p:spPr>
          <a:xfrm>
            <a:off x="5637357" y="2213842"/>
            <a:ext cx="443345" cy="45258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4ABA6BE-DE2A-8BAE-51F4-D22D4821D58B}"/>
              </a:ext>
            </a:extLst>
          </p:cNvPr>
          <p:cNvSpPr/>
          <p:nvPr/>
        </p:nvSpPr>
        <p:spPr>
          <a:xfrm rot="5400000">
            <a:off x="6067588" y="2345046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1E36AF8-2C99-D432-5FCC-68EFC27B8FAD}"/>
              </a:ext>
            </a:extLst>
          </p:cNvPr>
          <p:cNvSpPr/>
          <p:nvPr/>
        </p:nvSpPr>
        <p:spPr>
          <a:xfrm rot="16200000">
            <a:off x="5460297" y="2358160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1FD2C6F-6394-081E-D23F-4DEB0CA0EE82}"/>
              </a:ext>
            </a:extLst>
          </p:cNvPr>
          <p:cNvCxnSpPr>
            <a:stCxn id="7" idx="0"/>
            <a:endCxn id="10" idx="0"/>
          </p:cNvCxnSpPr>
          <p:nvPr/>
        </p:nvCxnSpPr>
        <p:spPr>
          <a:xfrm>
            <a:off x="3182423" y="2432790"/>
            <a:ext cx="721963" cy="131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EF9919-7B1A-3E29-7C5A-EB12E0486E54}"/>
              </a:ext>
            </a:extLst>
          </p:cNvPr>
          <p:cNvCxnSpPr>
            <a:cxnSpLocks/>
            <a:stCxn id="9" idx="0"/>
            <a:endCxn id="14" idx="0"/>
          </p:cNvCxnSpPr>
          <p:nvPr/>
        </p:nvCxnSpPr>
        <p:spPr>
          <a:xfrm>
            <a:off x="4675622" y="2432791"/>
            <a:ext cx="797791" cy="7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DD2D9F-5A7F-FCC0-C4C5-DE6DFCD9DED5}"/>
              </a:ext>
            </a:extLst>
          </p:cNvPr>
          <p:cNvSpPr txBox="1"/>
          <p:nvPr/>
        </p:nvSpPr>
        <p:spPr>
          <a:xfrm>
            <a:off x="5387977" y="275417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by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46D33C-47A1-69DB-F29C-CA1793258102}"/>
              </a:ext>
            </a:extLst>
          </p:cNvPr>
          <p:cNvSpPr/>
          <p:nvPr/>
        </p:nvSpPr>
        <p:spPr>
          <a:xfrm>
            <a:off x="7042437" y="2213842"/>
            <a:ext cx="443345" cy="45258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97F78C48-61DF-C57C-6A66-6D0E5F93B3DD}"/>
              </a:ext>
            </a:extLst>
          </p:cNvPr>
          <p:cNvSpPr/>
          <p:nvPr/>
        </p:nvSpPr>
        <p:spPr>
          <a:xfrm rot="16200000">
            <a:off x="6865377" y="2358160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98A2DD6-B5C8-6BCF-EEE8-BE4E1258C75E}"/>
              </a:ext>
            </a:extLst>
          </p:cNvPr>
          <p:cNvCxnSpPr>
            <a:cxnSpLocks/>
            <a:stCxn id="13" idx="0"/>
            <a:endCxn id="25" idx="0"/>
          </p:cNvCxnSpPr>
          <p:nvPr/>
        </p:nvCxnSpPr>
        <p:spPr>
          <a:xfrm>
            <a:off x="6244649" y="2427019"/>
            <a:ext cx="633844" cy="131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952FFC0-B036-311F-DF75-C9BF84FF3A36}"/>
              </a:ext>
            </a:extLst>
          </p:cNvPr>
          <p:cNvSpPr txBox="1"/>
          <p:nvPr/>
        </p:nvSpPr>
        <p:spPr>
          <a:xfrm>
            <a:off x="6774582" y="2754170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Histogram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FD311A-ABF8-0FF3-146A-19645FFD2CB9}"/>
              </a:ext>
            </a:extLst>
          </p:cNvPr>
          <p:cNvSpPr txBox="1"/>
          <p:nvPr/>
        </p:nvSpPr>
        <p:spPr>
          <a:xfrm>
            <a:off x="3184525" y="849685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Matplotlib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7F0E20-AD09-259A-ACC7-3C0871AB0CAB}"/>
              </a:ext>
            </a:extLst>
          </p:cNvPr>
          <p:cNvSpPr/>
          <p:nvPr/>
        </p:nvSpPr>
        <p:spPr>
          <a:xfrm>
            <a:off x="2190750" y="3698913"/>
            <a:ext cx="2751282" cy="18683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ABECAC-6696-4E32-D82F-4B1FE1F1DBDA}"/>
              </a:ext>
            </a:extLst>
          </p:cNvPr>
          <p:cNvSpPr txBox="1"/>
          <p:nvPr/>
        </p:nvSpPr>
        <p:spPr>
          <a:xfrm>
            <a:off x="2281919" y="3780886"/>
            <a:ext cx="2018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Notebook/ Py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5578EB-6156-9848-31D4-EEF73688DC38}"/>
              </a:ext>
            </a:extLst>
          </p:cNvPr>
          <p:cNvSpPr/>
          <p:nvPr/>
        </p:nvSpPr>
        <p:spPr>
          <a:xfrm>
            <a:off x="2371725" y="4150218"/>
            <a:ext cx="2320927" cy="3853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1DEF8C-3A8E-F624-A3DC-FB4D6869902A}"/>
              </a:ext>
            </a:extLst>
          </p:cNvPr>
          <p:cNvSpPr txBox="1"/>
          <p:nvPr/>
        </p:nvSpPr>
        <p:spPr>
          <a:xfrm>
            <a:off x="2416506" y="4138975"/>
            <a:ext cx="1883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pd.read_csv</a:t>
            </a:r>
            <a:r>
              <a:rPr lang="en-US" dirty="0"/>
              <a:t>( 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3BF6D0-29C3-917F-3D76-B00B7ABC3CDC}"/>
              </a:ext>
            </a:extLst>
          </p:cNvPr>
          <p:cNvSpPr/>
          <p:nvPr/>
        </p:nvSpPr>
        <p:spPr>
          <a:xfrm>
            <a:off x="5267325" y="3698913"/>
            <a:ext cx="2751282" cy="18683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72D0DB-AFB9-0051-7C8F-DD99FB9FBF92}"/>
              </a:ext>
            </a:extLst>
          </p:cNvPr>
          <p:cNvSpPr txBox="1"/>
          <p:nvPr/>
        </p:nvSpPr>
        <p:spPr>
          <a:xfrm>
            <a:off x="5358494" y="3780886"/>
            <a:ext cx="2018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Notebook/ Py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0A08A8-B60E-E6E7-932F-9A5080BAB740}"/>
              </a:ext>
            </a:extLst>
          </p:cNvPr>
          <p:cNvSpPr/>
          <p:nvPr/>
        </p:nvSpPr>
        <p:spPr>
          <a:xfrm>
            <a:off x="5448300" y="4150218"/>
            <a:ext cx="2320927" cy="3853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7BBB2B-99C3-EEDE-17AA-2E648938C993}"/>
              </a:ext>
            </a:extLst>
          </p:cNvPr>
          <p:cNvSpPr txBox="1"/>
          <p:nvPr/>
        </p:nvSpPr>
        <p:spPr>
          <a:xfrm>
            <a:off x="5493081" y="4138975"/>
            <a:ext cx="1883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df.filter</a:t>
            </a:r>
            <a:endParaRPr lang="en-US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D607DB-1EDD-1C05-D88A-93A4044AB3BE}"/>
              </a:ext>
            </a:extLst>
          </p:cNvPr>
          <p:cNvCxnSpPr/>
          <p:nvPr/>
        </p:nvCxnSpPr>
        <p:spPr>
          <a:xfrm>
            <a:off x="2828925" y="321945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2EE8B4B-5311-778F-E730-4E1EE2E8A151}"/>
              </a:ext>
            </a:extLst>
          </p:cNvPr>
          <p:cNvCxnSpPr>
            <a:cxnSpLocks/>
          </p:cNvCxnSpPr>
          <p:nvPr/>
        </p:nvCxnSpPr>
        <p:spPr>
          <a:xfrm>
            <a:off x="4300146" y="3123502"/>
            <a:ext cx="1087831" cy="476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15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2CADC88-86A9-695C-E0F3-7B3418B64B0B}"/>
              </a:ext>
            </a:extLst>
          </p:cNvPr>
          <p:cNvSpPr/>
          <p:nvPr/>
        </p:nvSpPr>
        <p:spPr>
          <a:xfrm>
            <a:off x="495300" y="789360"/>
            <a:ext cx="10429875" cy="514642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CCFBFF-D6CF-5360-7BB8-BD042712417A}"/>
              </a:ext>
            </a:extLst>
          </p:cNvPr>
          <p:cNvSpPr/>
          <p:nvPr/>
        </p:nvSpPr>
        <p:spPr>
          <a:xfrm>
            <a:off x="3960380" y="2419640"/>
            <a:ext cx="443345" cy="4525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6367D9-D1F9-CC8F-33B3-478A3F6D489F}"/>
              </a:ext>
            </a:extLst>
          </p:cNvPr>
          <p:cNvSpPr/>
          <p:nvPr/>
        </p:nvSpPr>
        <p:spPr>
          <a:xfrm>
            <a:off x="5458980" y="2419640"/>
            <a:ext cx="443345" cy="45258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9273E-0EA3-EBD9-62FF-250B3539A82C}"/>
              </a:ext>
            </a:extLst>
          </p:cNvPr>
          <p:cNvSpPr txBox="1"/>
          <p:nvPr/>
        </p:nvSpPr>
        <p:spPr>
          <a:xfrm>
            <a:off x="3692525" y="2973821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csv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4592009A-76EF-9901-267A-117B046407E5}"/>
              </a:ext>
            </a:extLst>
          </p:cNvPr>
          <p:cNvSpPr/>
          <p:nvPr/>
        </p:nvSpPr>
        <p:spPr>
          <a:xfrm rot="5400000">
            <a:off x="4396012" y="2550843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CCD6E-07EE-D4ED-1BF0-CE670D33526A}"/>
              </a:ext>
            </a:extLst>
          </p:cNvPr>
          <p:cNvSpPr txBox="1"/>
          <p:nvPr/>
        </p:nvSpPr>
        <p:spPr>
          <a:xfrm>
            <a:off x="5168900" y="2954196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Column filer</a:t>
            </a:r>
            <a:endParaRPr lang="en-US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11326BA-BD04-F314-978C-D18BE6C39364}"/>
              </a:ext>
            </a:extLst>
          </p:cNvPr>
          <p:cNvSpPr/>
          <p:nvPr/>
        </p:nvSpPr>
        <p:spPr>
          <a:xfrm rot="5400000">
            <a:off x="5889211" y="2550844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5BD5048A-EE54-1F92-1266-B7B37B53EDB5}"/>
              </a:ext>
            </a:extLst>
          </p:cNvPr>
          <p:cNvSpPr/>
          <p:nvPr/>
        </p:nvSpPr>
        <p:spPr>
          <a:xfrm rot="16200000">
            <a:off x="5281920" y="2563958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13128-CAA3-AF76-922F-3A1166FCA5C5}"/>
              </a:ext>
            </a:extLst>
          </p:cNvPr>
          <p:cNvSpPr/>
          <p:nvPr/>
        </p:nvSpPr>
        <p:spPr>
          <a:xfrm>
            <a:off x="7028007" y="2413868"/>
            <a:ext cx="443345" cy="45258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9363E6-2DB5-E6B5-CE29-9A6394835FA4}"/>
              </a:ext>
            </a:extLst>
          </p:cNvPr>
          <p:cNvSpPr/>
          <p:nvPr/>
        </p:nvSpPr>
        <p:spPr>
          <a:xfrm rot="5400000">
            <a:off x="7458238" y="2545072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A131693-A918-F938-0711-8E3DC1D2F767}"/>
              </a:ext>
            </a:extLst>
          </p:cNvPr>
          <p:cNvSpPr/>
          <p:nvPr/>
        </p:nvSpPr>
        <p:spPr>
          <a:xfrm rot="16200000">
            <a:off x="6850947" y="2558186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A5A802-B728-41F0-A740-27FCE1F02F04}"/>
              </a:ext>
            </a:extLst>
          </p:cNvPr>
          <p:cNvCxnSpPr>
            <a:stCxn id="5" idx="0"/>
            <a:endCxn id="8" idx="0"/>
          </p:cNvCxnSpPr>
          <p:nvPr/>
        </p:nvCxnSpPr>
        <p:spPr>
          <a:xfrm>
            <a:off x="4573073" y="2632816"/>
            <a:ext cx="721963" cy="131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414FFA-81EE-23FB-C105-67DCBCC74768}"/>
              </a:ext>
            </a:extLst>
          </p:cNvPr>
          <p:cNvCxnSpPr>
            <a:cxnSpLocks/>
            <a:stCxn id="7" idx="0"/>
            <a:endCxn id="11" idx="0"/>
          </p:cNvCxnSpPr>
          <p:nvPr/>
        </p:nvCxnSpPr>
        <p:spPr>
          <a:xfrm>
            <a:off x="6066272" y="2632817"/>
            <a:ext cx="797791" cy="7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E6FDFC2-33F9-D35F-A3FA-1266A129A98B}"/>
              </a:ext>
            </a:extLst>
          </p:cNvPr>
          <p:cNvSpPr txBox="1"/>
          <p:nvPr/>
        </p:nvSpPr>
        <p:spPr>
          <a:xfrm>
            <a:off x="6778627" y="2954196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by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94B493-0CBE-ED92-4EE8-B39DB17447C1}"/>
              </a:ext>
            </a:extLst>
          </p:cNvPr>
          <p:cNvSpPr/>
          <p:nvPr/>
        </p:nvSpPr>
        <p:spPr>
          <a:xfrm>
            <a:off x="8433087" y="2413868"/>
            <a:ext cx="443345" cy="45258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38D91D5-CC14-CB14-6167-A3DD67496978}"/>
              </a:ext>
            </a:extLst>
          </p:cNvPr>
          <p:cNvSpPr/>
          <p:nvPr/>
        </p:nvSpPr>
        <p:spPr>
          <a:xfrm rot="16200000">
            <a:off x="8256027" y="2558186"/>
            <a:ext cx="190176" cy="16394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67DA13-45B3-FBAE-59FF-3FECB18903B6}"/>
              </a:ext>
            </a:extLst>
          </p:cNvPr>
          <p:cNvCxnSpPr>
            <a:cxnSpLocks/>
            <a:stCxn id="10" idx="0"/>
            <a:endCxn id="16" idx="0"/>
          </p:cNvCxnSpPr>
          <p:nvPr/>
        </p:nvCxnSpPr>
        <p:spPr>
          <a:xfrm>
            <a:off x="7635299" y="2627045"/>
            <a:ext cx="633844" cy="131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FABA383-4EC6-A9E8-91A8-B573857F7119}"/>
              </a:ext>
            </a:extLst>
          </p:cNvPr>
          <p:cNvSpPr txBox="1"/>
          <p:nvPr/>
        </p:nvSpPr>
        <p:spPr>
          <a:xfrm>
            <a:off x="8165232" y="2954196"/>
            <a:ext cx="142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Histogram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9F31A0-F166-E52A-03E8-005697DB54BD}"/>
              </a:ext>
            </a:extLst>
          </p:cNvPr>
          <p:cNvSpPr/>
          <p:nvPr/>
        </p:nvSpPr>
        <p:spPr>
          <a:xfrm>
            <a:off x="495300" y="789360"/>
            <a:ext cx="2125228" cy="370644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CB9EA4-FCA1-D229-AF8F-15F7D66E1141}"/>
              </a:ext>
            </a:extLst>
          </p:cNvPr>
          <p:cNvSpPr txBox="1"/>
          <p:nvPr/>
        </p:nvSpPr>
        <p:spPr>
          <a:xfrm>
            <a:off x="536575" y="922213"/>
            <a:ext cx="122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Nodes</a:t>
            </a:r>
            <a:endParaRPr lang="en-US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68416E-ADF2-C61F-46A0-0524662D6673}"/>
              </a:ext>
            </a:extLst>
          </p:cNvPr>
          <p:cNvSpPr txBox="1"/>
          <p:nvPr/>
        </p:nvSpPr>
        <p:spPr>
          <a:xfrm>
            <a:off x="635000" y="1424397"/>
            <a:ext cx="142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csv</a:t>
            </a:r>
          </a:p>
          <a:p>
            <a:r>
              <a:rPr lang="en-US" altLang="zh-CN" dirty="0"/>
              <a:t>Column filer</a:t>
            </a:r>
          </a:p>
          <a:p>
            <a:r>
              <a:rPr lang="en-US" dirty="0"/>
              <a:t>group by</a:t>
            </a:r>
          </a:p>
          <a:p>
            <a:r>
              <a:rPr lang="en-US" dirty="0"/>
              <a:t>Histogram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9F3041-97D5-D7F5-6B65-16857C401B46}"/>
              </a:ext>
            </a:extLst>
          </p:cNvPr>
          <p:cNvSpPr/>
          <p:nvPr/>
        </p:nvSpPr>
        <p:spPr>
          <a:xfrm>
            <a:off x="495300" y="4484563"/>
            <a:ext cx="10429874" cy="143810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BD0932-08E6-BBCC-E5D8-8BD3CC974D5E}"/>
              </a:ext>
            </a:extLst>
          </p:cNvPr>
          <p:cNvSpPr txBox="1"/>
          <p:nvPr/>
        </p:nvSpPr>
        <p:spPr>
          <a:xfrm>
            <a:off x="734775" y="4607115"/>
            <a:ext cx="122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Console</a:t>
            </a:r>
            <a:endParaRPr lang="en-US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B52099-92E1-6962-3A58-4AC555558F1F}"/>
              </a:ext>
            </a:extLst>
          </p:cNvPr>
          <p:cNvSpPr txBox="1"/>
          <p:nvPr/>
        </p:nvSpPr>
        <p:spPr>
          <a:xfrm>
            <a:off x="2865302" y="935328"/>
            <a:ext cx="122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Canvas</a:t>
            </a:r>
            <a:endParaRPr lang="en-US" b="1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8308961-EDE1-375C-D64E-8328555F5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75" y="2056840"/>
            <a:ext cx="10449450" cy="51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81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42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Lingbo</dc:creator>
  <cp:lastModifiedBy>Liu, Lingbo</cp:lastModifiedBy>
  <cp:revision>1</cp:revision>
  <dcterms:created xsi:type="dcterms:W3CDTF">2026-05-10T12:34:32Z</dcterms:created>
  <dcterms:modified xsi:type="dcterms:W3CDTF">2026-05-11T18:02:24Z</dcterms:modified>
</cp:coreProperties>
</file>